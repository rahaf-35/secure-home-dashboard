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AN-NAJAH NATIONAL UNIVERSITY  •  COMPUTER NETWORK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Home Dashboard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20040" y="21488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+  Tailscale  +  GNS3  +  NAT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743200"/>
            <a:ext cx="2286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Rahaf Alyan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32735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Tabark Mdena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36210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 Akkawi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Jehad Hamamreh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0" y="457200"/>
            <a:ext cx="2194560" cy="777240"/>
          </a:xfrm>
          <a:prstGeom prst="rect">
            <a:avLst/>
          </a:prstGeom>
          <a:solidFill>
            <a:srgbClr val="065A82">
              <a:alpha val="2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4572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GNS3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675120" y="1371600"/>
            <a:ext cx="2194560" cy="77724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3716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675120" y="2286000"/>
            <a:ext cx="2194560" cy="777240"/>
          </a:xfrm>
          <a:prstGeom prst="rect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2860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675120" y="3200400"/>
            <a:ext cx="2194560" cy="777240"/>
          </a:xfrm>
          <a:prstGeom prst="rect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32004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18872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243584"/>
            <a:ext cx="393192" cy="393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1704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Simulation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38912" y="169164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GNS3 topology with NAT1, Router R1, and Ubuntu VM connected in a real-world setup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100584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005840"/>
            <a:ext cx="41148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73752" y="118872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1243584"/>
            <a:ext cx="393192" cy="3931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1704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873752" y="169164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Heimdall dashboard deployed via Docker on port 8080, running on UbuntuDockerGuest-1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74320" y="283464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4320" y="2834640"/>
            <a:ext cx="4114800" cy="64008"/>
          </a:xfrm>
          <a:prstGeom prst="rect">
            <a:avLst/>
          </a:prstGeom>
          <a:solidFill>
            <a:srgbClr val="1D8A6E"/>
          </a:solidFill>
          <a:ln w="12700">
            <a:solidFill>
              <a:srgbClr val="1D8A6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38912" y="3017520"/>
            <a:ext cx="502920" cy="502920"/>
          </a:xfrm>
          <a:prstGeom prst="ellipse">
            <a:avLst/>
          </a:prstGeom>
          <a:solidFill>
            <a:srgbClr val="1D8A6E"/>
          </a:solidFill>
          <a:ln w="12700">
            <a:solidFill>
              <a:srgbClr val="1D8A6E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3072384"/>
            <a:ext cx="393192" cy="3931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560" y="29992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VPN Access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38912" y="352044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Tailscale VPN provides encrypted remote access from anywhere using IP 100.90.203.89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09160" y="283464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09160" y="2834640"/>
            <a:ext cx="411480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873752" y="3017520"/>
            <a:ext cx="502920" cy="50292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3072384"/>
            <a:ext cx="393192" cy="39319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86400" y="29992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Configuration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4873752" y="352044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IOS router R1 configured with NAT overload (PAT) for internet access on subnet 192.168.10.0/24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4300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19786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1247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GNS3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51560" y="14356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v2.2.58.1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1480" y="176479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simulation and topology design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960120"/>
            <a:ext cx="274320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37560" y="114300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424" y="119786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77640" y="11247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977640" y="14356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337560" y="176479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platform for Heimdall dashboard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26480" y="960120"/>
            <a:ext cx="274320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63640" y="114300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19786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03720" y="11247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Heimdall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903720" y="14356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linuxserver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263640" y="176479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home dashboard on port 8080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274320" y="2651760"/>
            <a:ext cx="274320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1D8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11480" y="2834640"/>
            <a:ext cx="548640" cy="548640"/>
          </a:xfrm>
          <a:prstGeom prst="ellipse">
            <a:avLst/>
          </a:prstGeom>
          <a:solidFill>
            <a:srgbClr val="1D8A6E"/>
          </a:solidFill>
          <a:ln w="12700">
            <a:solidFill>
              <a:srgbClr val="1D8A6E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" y="2889504"/>
            <a:ext cx="438912" cy="4389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51560" y="28163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Tailscale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051560" y="31272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411480" y="345643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WireGuard-based secure VPN tunnel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200400" y="2651760"/>
            <a:ext cx="274320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337560" y="2834640"/>
            <a:ext cx="548640" cy="54864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2424" y="2889504"/>
            <a:ext cx="438912" cy="43891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977640" y="28163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IOS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3977640" y="31272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3337560" y="345643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R1 — NAT/PAT and routing config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Topology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25880" y="2670048"/>
            <a:ext cx="100584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  <a:tailEnd type="arrow"/>
          </a:ln>
        </p:spPr>
      </p:sp>
      <p:sp>
        <p:nvSpPr>
          <p:cNvPr id="5" name="Shape 3"/>
          <p:cNvSpPr/>
          <p:nvPr/>
        </p:nvSpPr>
        <p:spPr>
          <a:xfrm>
            <a:off x="3246120" y="2670048"/>
            <a:ext cx="114300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  <a:tailEnd type="arrow"/>
          </a:ln>
        </p:spPr>
      </p:sp>
      <p:sp>
        <p:nvSpPr>
          <p:cNvPr id="6" name="Shape 4"/>
          <p:cNvSpPr/>
          <p:nvPr/>
        </p:nvSpPr>
        <p:spPr>
          <a:xfrm>
            <a:off x="5394960" y="2670048"/>
            <a:ext cx="114300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173736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19456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724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9992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8.8.8.8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377440" y="2103120"/>
            <a:ext cx="173736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088" y="219456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377440" y="2724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NAT1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377440" y="29992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192.168.122.1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434840" y="2103120"/>
            <a:ext cx="1737360" cy="11887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219456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34840" y="2724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R1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434840" y="29992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Fa0/0: .122.2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Fa0/1: .10.1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583680" y="2103120"/>
            <a:ext cx="1737360" cy="1188720"/>
          </a:xfrm>
          <a:prstGeom prst="rect">
            <a:avLst/>
          </a:prstGeom>
          <a:solidFill>
            <a:srgbClr val="1D8A6E"/>
          </a:solidFill>
          <a:ln w="12700">
            <a:solidFill>
              <a:srgbClr val="1D8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328" y="219456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583680" y="2724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VM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583680" y="29992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192.168.10.2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2651760" y="18745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192.168.122.0/24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4846320" y="18745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192.168.10.0/24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274320" y="3657600"/>
            <a:ext cx="8595360" cy="1234440"/>
          </a:xfrm>
          <a:prstGeom prst="rect">
            <a:avLst/>
          </a:prstGeom>
          <a:solidFill>
            <a:srgbClr val="E3EEF5"/>
          </a:solidFill>
          <a:ln w="6350">
            <a:solidFill>
              <a:srgbClr val="BBCCD8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74320" y="3657600"/>
            <a:ext cx="64008" cy="1234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02920" y="3703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Tailscale VPN: </a:t>
            </a:r>
            <a:pPr indent="0" marL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100.90.203.89  </a:t>
            </a:r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URL: </a:t>
            </a:r>
            <a:pPr indent="0" marL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http://100.90.203.89:8080  </a:t>
            </a:r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Local: </a:t>
            </a:r>
            <a:pPr indent="0" marL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http://localhost:8080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02920" y="4206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overload (PAT) allows all 192.168.10.x devices to share R1 Fa0/0 public IP for internet access via GNS3 NAT1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R1 — Configuration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0D1F2E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Setup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FastEthernet0/0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6093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 address 192.168.122.2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84708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255.255.255.0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08483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 nat outside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32257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 shutdown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5603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79806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FastEthernet0/1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30358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 address 192.168.10.1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32735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255.255.255.0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351129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 nat inside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374904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 shutdown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914400"/>
            <a:ext cx="4114800" cy="3931920"/>
          </a:xfrm>
          <a:prstGeom prst="rect">
            <a:avLst/>
          </a:prstGeom>
          <a:solidFill>
            <a:srgbClr val="0D1F2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&amp; Routing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137160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route 0.0.0.0 0.0.0.0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92040" y="16093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192.168.122.1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92040" y="184708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92040" y="208483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access-list 1 permit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92040" y="232257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192.168.10.0 0.0.0.255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92040" y="25603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92040" y="279806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nat inside source list 1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92040" y="30358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interface Fa0/0 overload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92040" y="32735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2040" y="351129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374904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Addressing Table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840480"/>
        </p:xfrm>
        <a:graphic>
          <a:graphicData uri="http://schemas.openxmlformats.org/drawingml/2006/table">
            <a:tbl>
              <a:tblPr/>
              <a:tblGrid>
                <a:gridCol w="2926080"/>
                <a:gridCol w="2560320"/>
                <a:gridCol w="29260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Address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/ 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Machine (Tailscale)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100.90.203.89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 remote access 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NAT1 — GNS3 Built-in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192.168.122.1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gateway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 — Fa0/0 (outside)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192.168.122.2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nat outside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 — Fa0/1 (inside)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nat inside / Default GW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UbuntuDockerGuest-1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host + Heimdall :8080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Verification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640080"/>
          </a:xfrm>
          <a:prstGeom prst="rect">
            <a:avLst/>
          </a:prstGeom>
          <a:solidFill>
            <a:srgbClr val="0D2137"/>
          </a:solidFill>
          <a:ln w="6350">
            <a:solidFill>
              <a:srgbClr val="1C3B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6984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601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sees NAT1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206240" y="9601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192.168.122.1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06640" y="9601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1709928"/>
            <a:ext cx="8595360" cy="640080"/>
          </a:xfrm>
          <a:prstGeom prst="rect">
            <a:avLst/>
          </a:prstGeom>
          <a:solidFill>
            <a:srgbClr val="091827"/>
          </a:solidFill>
          <a:ln w="6350">
            <a:solidFill>
              <a:srgbClr val="1C3B5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19656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170992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reaches Router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206240" y="170992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192.168.10.1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406640" y="170992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74320" y="2459736"/>
            <a:ext cx="8595360" cy="640080"/>
          </a:xfrm>
          <a:prstGeom prst="rect">
            <a:avLst/>
          </a:prstGeom>
          <a:solidFill>
            <a:srgbClr val="0D2137"/>
          </a:solidFill>
          <a:ln w="6350">
            <a:solidFill>
              <a:srgbClr val="1C3B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9464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0120" y="2459736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connectivity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206240" y="2459736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8.8.8.8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406640" y="2459736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274320" y="3209544"/>
            <a:ext cx="8595360" cy="640080"/>
          </a:xfrm>
          <a:prstGeom prst="rect">
            <a:avLst/>
          </a:prstGeom>
          <a:solidFill>
            <a:srgbClr val="091827"/>
          </a:solidFill>
          <a:ln w="6350">
            <a:solidFill>
              <a:srgbClr val="1C3B5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319272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0120" y="3209544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local access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206240" y="3209544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http://localhost:8080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406640" y="3209544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274320" y="3959352"/>
            <a:ext cx="8595360" cy="640080"/>
          </a:xfrm>
          <a:prstGeom prst="rect">
            <a:avLst/>
          </a:prstGeom>
          <a:solidFill>
            <a:srgbClr val="0D2137"/>
          </a:solidFill>
          <a:ln w="6350">
            <a:solidFill>
              <a:srgbClr val="1C3B55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069080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60120" y="395935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VPN access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206240" y="395935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http://100.90.203.89:8080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406640" y="395935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20040" y="1691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Home Dashboard — Project Complete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" y="2240280"/>
            <a:ext cx="27432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46888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42316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GNS3 topology with full NAT/PAT on Cisco IOS router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944368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898648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Heimdall dashboard deployed via Docker container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341985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374136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remote access via Tailscale VPN (WireGuard)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895344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849624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internet connectivity verified end-to-end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1005840"/>
            <a:ext cx="2377440" cy="3474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051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1554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Rahaf Alyan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20574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Tabark Mdena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25603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 Akkawi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Jehad Hamamreh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3611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4023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An-Najah National University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 • 2025-2026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Home Dashboard</dc:title>
  <dc:subject>PptxGenJS Presentation</dc:subject>
  <dc:creator>Rahaf Alyan, Tabark Mdena, Leen Akkawi</dc:creator>
  <cp:lastModifiedBy>Rahaf Alyan, Tabark Mdena, Leen Akkawi</cp:lastModifiedBy>
  <cp:revision>1</cp:revision>
  <dcterms:created xsi:type="dcterms:W3CDTF">2026-04-16T18:28:46Z</dcterms:created>
  <dcterms:modified xsi:type="dcterms:W3CDTF">2026-04-16T18:28:46Z</dcterms:modified>
</cp:coreProperties>
</file>